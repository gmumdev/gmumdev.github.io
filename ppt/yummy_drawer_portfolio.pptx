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4"/>
    <p:sldId id="260" r:id="rId6"/>
    <p:sldId id="259" r:id="rId5"/>
    <p:sldId id="265" r:id="rId13"/>
    <p:sldId id="266" r:id="rId14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62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우상단에 지원 회사 로고 이미지를 넣고, 좌하단의 이름·지원 직무를 수정하세요.
이 슬라이드는 전체 포트폴리오와 개별 프로젝트 PPT 양쪽의 표지로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개요 슬라이드. 개별 프로젝트 PPT로 추출할 때 이 슬라이드가 프로젝트의 표지 역할을 합니다.
'주요 기능' 항목은 뒤따르는 상세/구현 슬라이드와 순서를 맞추면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 슬라이드. 기능 하나당 한 장을 권장하며, 필요한 만큼 이 슬라이드를 복제해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구현 슬라이드. 코드는 20줄 내외로 발췌하고, 폰트 크기는 10pt를 유지하는 편이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전체 포트폴리오와 개별 프로젝트 PPT 양쪽의 마지막 장으로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끝에 솔버의 정의를 바꾸다 · Yummy Drawer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Yummy Drawer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물리 퍼즐 + 자동 검증 솔버 · Unity 6 · Android · 기업 협약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– 2026.09 (진행 중)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4인 (팀장)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 코어 · 솔버 전량 · 부트스트랩과 의존성 주입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 코어 — 물리 수동 스텝, 스텝별 해시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 — 세 패스의 전문가 시스템, 프리셋 실측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 뷰어 — 굴려 본 판을 전부 남기고 걸러 재생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부트스트랩 — 컴포지션 루트에서 순서대로 조립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· 유저 데이터 — 별 등급과 마이그레이션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Yummy Drawer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yummy_drawer_gamep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결정론을 먼저 확정하고 코어를 동결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Core/Sim/SimWorld.cs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한 스텝 전진.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순서는 박제된 계약이다: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로직 → 물리 → 판정 → 스텝 증가.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_logics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_logics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CurrentStep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_rng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_physics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FixedDt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Physics2D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AllLayers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CurrentStep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CurrentStep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솔버가 하는 일은 결국 굴려 보고 결과를 비교하는 것이라, 같은 입력이 언제나 같은 결과여야 합니다. 재현성을 합의가 아니라 테스트로 확인하고, 초록불이 된 시점에 코어를 동결했습니다.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Yummy Drawer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yummy_drawer_determinism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솔버를 한 번 버린 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완벽한 솔버를 만들려다, 측정 끝에 불가능하고 불필요하다고 판단했다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만든 솔버는 일반해를 노렸습니다. 공의 상태를 셀로 이산화하고 셀마다 도형 후보를 전부 굴리는 구조였는데, 레벨 하나에 한 시간을 넘겨도 끝나지 않았습니다.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관점을 바꾼 지점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솔버가 낸 풀이가 사람이 떠올릴 만한 것이 아니었다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좁은 틈으로 날려야 풀리는 레벨은 사람에게 재미가 없다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집합이 곧 "직관"의 정의가 된다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목표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적중률이 아니라, 솔버의 실패가 "이 스테이지는 직관적이지 못하다"의 증명이 되는 것으로 바꿨습니다.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Yummy Drawer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yummy_drawer_rework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통로는 시뮬 없이 만든다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Solver/BallPath.cs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공이 목표까지 갈 수 있는 가장 짧은 길.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지형을 공 반지름만큼 부풀린 공간에서 찾으므로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나온 경로는 공이 실제로 지날 수 있는 폭이 확보되어 있다.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궤적이 아니라 통로다 — 중력은 보지 않는다.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BallPath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지형 끝점마다 하나씩, 그 끝점을 돌아 목표까지 가는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최단 경로. 끝점이 곧 갈림길이라 여기서 서로 다른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길이 갈린다 — 최단 하나만 내면 나머지가 전부 묻힌다.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같은 길이 여러 번 나오면 한 번만 담는다.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Vector2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[]&gt;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Vector2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corners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벽의 위치 · 각도 · 크기가 전부 그 길에서 나오므로 탐색할 것이 남지 않습니다. 지렛대는 반대로, 공이 판을 떠나면 궤도가 이미 정해지므로 레벨 밖 빈 무대에서 한 번만 재어 프리셋 532개로 두었습니다.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Yummy Drawer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yummy_drawer_corrido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패스와 솔버 뷰어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탐색이 굴려 본 판을 전부 남기고, 걸러 보고, 재생한다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통로 · 지렛대 · 지렛대→통로 세 패스로 나눴습니다. 뷰어는 레벨 디자이너가 보는 화면이자 제가 솔버를 고칠 때 보는 화면입니다.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20개를 전부 넣었고 전부 통과했다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초반 스테이지라 애초에 직관적으로 풀리는 것들이었다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솔버가 나쁜 레벨을 걸러낸 사례는 아직 없다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증명하지 못한 것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솔버가 풀었다는 것이 "할 만하다"를 뜻하지 않습니다. 난이도 지표도 아직 정하지 못했습니다.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Yummy Drawer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yummy_drawer_pas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   ·   github.com/GmumDev   ·   gmumdev.github.io/portfolio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Office PowerPoint</Application>
  <PresentationFormat>와이드스크린</PresentationFormat>
  <Paragraphs>116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Template</dc:title>
  <dc:subject>PptxGenJS Presentation</dc:subject>
  <dc:creator>Portfolio Template</dc:creator>
  <cp:lastModifiedBy>user</cp:lastModifiedBy>
  <cp:revision>2</cp:revision>
  <dcterms:created xsi:type="dcterms:W3CDTF">2026-09-07T07:35:22Z</dcterms:created>
  <dcterms:modified xsi:type="dcterms:W3CDTF">2026-09-07T07:39:00Z</dcterms:modified>
</cp:coreProperties>
</file>