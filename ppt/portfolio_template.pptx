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6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우상단에 지원 회사 로고 이미지를 넣고, 좌하단의 이름·지원 직무를 수정하세요.
이 슬라이드는 전체 포트폴리오와 개별 프로젝트 PPT 양쪽의 표지로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이력서 슬라이드. 좌측 상자에 증명사진을 채우고, 4개 버튼에는 각각 유튜브·홈페이지·블로그·깃허브 등 외부 링크를 연결하세요.
버튼 링크 수정: 텍스트 우클릭 → 링크 편집. 항목 이름은 자유롭게 바꿔도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 슬라이드. 개별 프로젝트 PPT로 추출할 때 이 슬라이드가 프로젝트의 표지 역할을 합니다.
'주요 기능' 항목은 뒤따르는 상세/구현 슬라이드와 순서를 맞추면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슬라이드. 기능 하나당 한 장을 권장하며, 필요한 만큼 이 슬라이드를 복제해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구현 슬라이드. 코드는 20줄 내외로 발췌하고, 폰트 크기는 10pt를 유지하는 편이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전체 포트폴리오와 개별 프로젝트 PPT 양쪽의 마지막 장으로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소개 · 지향하는 개발 방향을 적는 자리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름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직무 · 지원 회사명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 MM.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25121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251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직무 / 한 줄 소개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286000" cy="3044952"/>
          </a:xfrm>
          <a:prstGeom prst="roundRect">
            <a:avLst>
              <a:gd name="adj" fmla="val 2000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141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증명사진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: 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5193792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>
            <a:hlinkClick r:id="rId3" tooltip="YouTube"/>
          </p:cNvPr>
          <p:cNvSpPr txBox="1"/>
          <p:nvPr/>
        </p:nvSpPr>
        <p:spPr>
          <a:xfrm>
            <a:off x="731520" y="51937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YouTub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YouTube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5193792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>
            <a:hlinkClick r:id="rId3" tooltip="Website"/>
          </p:cNvPr>
          <p:cNvSpPr txBox="1"/>
          <p:nvPr/>
        </p:nvSpPr>
        <p:spPr>
          <a:xfrm>
            <a:off x="1920240" y="51937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Websit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Website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687568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Text 11">
            <a:hlinkClick r:id="rId3" tooltip="Blog"/>
          </p:cNvPr>
          <p:cNvSpPr txBox="1"/>
          <p:nvPr/>
        </p:nvSpPr>
        <p:spPr>
          <a:xfrm>
            <a:off x="731520" y="5687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Blog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Blog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20240" y="5687568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3">
            <a:hlinkClick r:id="rId3" tooltip="GitHub"/>
          </p:cNvPr>
          <p:cNvSpPr txBox="1"/>
          <p:nvPr/>
        </p:nvSpPr>
        <p:spPr>
          <a:xfrm>
            <a:off x="1920240" y="5687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GitHub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2034540"/>
            <a:ext cx="66445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31336" y="1947672"/>
            <a:ext cx="2849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39572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생년월일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1" y="239572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 MM. DD.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76148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락 처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1" y="276148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010-0000-0000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12724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1" y="312724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name@email.com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49300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   소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1" y="349300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/ 구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1" y="4137660"/>
            <a:ext cx="62068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31337" y="4050792"/>
            <a:ext cx="266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498848"/>
            <a:ext cx="2793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학교명 · 전공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4736592"/>
            <a:ext cx="279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졸업 / 재학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5138928"/>
            <a:ext cx="2793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과정 · 부트캠프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5376672"/>
            <a:ext cx="279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수료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54112" y="203454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27848" y="19476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 · 활동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754112" y="23957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/ 팀 이름 — 직무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26334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담당 업무 한 줄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54112" y="3035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/ 팀 이름 — 직무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754112" y="32735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담당 업무 한 줄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754112" y="3675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 활동 / 수상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754112" y="39136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· 내용 한 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54112" y="45034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27848" y="441655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· 자격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754112" y="4864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· 언어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759952" y="4864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C# · ...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754112" y="5230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 구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59952" y="5230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Jira · ...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5596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  격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759952" y="5596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 / 어학 점수</a:t>
            </a:r>
            <a:endParaRPr lang="en-US" sz="12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이름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한 줄 소개 · 장르 / 플랫폼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(N개월)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N명 (클라이언트 N · 아트 N)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역할 요약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1 — 한 줄 설명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2 — 한 줄 설명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3 — 한 줄 설명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4 — 한 줄 설명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381762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이미지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(플레이 화면 / 타이틀 컷)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이름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이름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기능이 필요했던 이유 · 목표 한 줄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기능에 대한 설명을 적는 자리입니다. 어떤 문제를 풀기 위한 기능인지, 동작 흐름은 어떻게 되는지 2~3문장으로 정리합니다.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동작 1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동작 2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동작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· 개선 효과 · 사용자 반응 등을 한두 줄로 적습니다.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381762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 이미지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(GIF 캡처 / 인게임 스크린샷)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이름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이름 — 구현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핵심 로직을 발췌해 붙여 넣는 자리입니다.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FeatureName : MonoBehaviour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[SerializeField] private float value;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Update()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핵심 처리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Execute(value);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Execute(float v)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300837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 / 결과 화면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(다이어그램 · 스크린샷)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코드가 하는 일과 선택한 방식의 이유를 적는 자리입니다. 고민했던 대안, 성능·구조상의 트레이드오프, 실제로 얻은 개선 결과를 두세 줄로 정리하면 읽는 사람이 판단하기 좋습니다.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이름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name@email.com   ·   010-0000-0000   ·   github.com/username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와이드스크린</PresentationFormat>
  <Paragraphs>116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Template</dc:title>
  <dc:subject>PptxGenJS Presentation</dc:subject>
  <dc:creator>Portfolio Template</dc:creator>
  <cp:lastModifiedBy>user</cp:lastModifiedBy>
  <cp:revision>2</cp:revision>
  <dcterms:created xsi:type="dcterms:W3CDTF">2026-09-07T07:35:22Z</dcterms:created>
  <dcterms:modified xsi:type="dcterms:W3CDTF">2026-09-07T07:39:00Z</dcterms:modified>
</cp:coreProperties>
</file>