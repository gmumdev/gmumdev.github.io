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6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우상단에 지원 회사 로고 이미지를 넣고, 좌하단의 이름·지원 직무를 수정하세요.
이 슬라이드는 전체 포트폴리오와 개별 프로젝트 PPT 양쪽의 표지로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 슬라이드. 개별 프로젝트 PPT로 추출할 때 이 슬라이드가 프로젝트의 표지 역할을 합니다.
'주요 기능' 항목은 뒤따르는 상세/구현 슬라이드와 순서를 맞추면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슬라이드. 기능 하나당 한 장을 권장하며, 필요한 만큼 이 슬라이드를 복제해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구현 슬라이드. 코드는 20줄 내외로 발췌하고, 폰트 크기는 10pt를 유지하는 편이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전체 포트폴리오와 개별 프로젝트 PPT 양쪽의 마지막 장으로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altLang="ko-KR" sz="1400" dirty="0" err="1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r>
              <a:rPr lang="en-US" altLang="ko-KR" sz="1400" dirty="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</a:t>
            </a:r>
            <a:r>
              <a:rPr lang="ko-KR" altLang="en-US" sz="140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</a:t>
            </a:r>
            <a:r>
              <a:rPr lang="en-US" sz="140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dirty="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/ </a:t>
            </a:r>
            <a:r>
              <a:rPr lang="en-US" sz="1400" dirty="0" err="1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RogueLike</a:t>
            </a:r>
            <a:r>
              <a:rPr lang="en-US" sz="1400" dirty="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400" dirty="0" err="1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</a:t>
            </a:r>
            <a:r>
              <a:rPr lang="ko-KR" altLang="en-US" sz="1400" dirty="0" smtClean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플러스 알파 더하기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DungeonGame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턴제 로그라이크 · 순수 C# (.NET) · 외부 라이브러리 없음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(1주)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(개인 프로젝트)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구조 설계 · 전체 구현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절차적 생성 — 항상 클리어 가능한 스테이지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 단위 렌더 계층 — 미니맵 · 인벤토리 · 상점 · 팝업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계열 — 여러 칸을 차지하고 스스로 움직임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세이브 · 로드 — System.Text.Json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루프 — 입력 한 번이 한 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Picture 25" descr="dungeon_game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요구사항과, 제가 덧붙인 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엔진도 그래픽 API도 없이 Console만 있는 환경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자체는 짧았습니다 — 몬스터를 모두 잡으면 맵 클리어, 문을 통과하면 다음 맵에서 반복, 그리고 Json 세이브 · 로드. 평소 엔진이 대신 해주던 일을 전부 직접 정해야 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덧붙인 세 가지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절차적 생성 — 고정 맵 대신 매 스테이지를 생성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만든 UI — 박스 단위의 렌더 계층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 몬스터 — 여러 칸을 차지하는 Snake 계열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루프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한 번이 한 턴입니다. 엔티티를 모두 Update하고, 입력을 받아 처리하고, Renderer가 그립니다.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dungeon_game_next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던전 생성 — 메인 경로 먼저, 곁방은 나중에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StageFactory.cs — GetNewMapPath()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GetDistance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startRoomPos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MyVector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roomNum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endRoomPosList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MyVector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start~end map exclusive(main path maps)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GetDistance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endRoomPos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mainPaths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MyVector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cardinal_8_dir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MyVector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endRoomPos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endRoomPos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cardinal_8_dir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...;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cardinal_8_dir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...;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%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...;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...;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방을 자유 평면이 아니라 7×7 그리드 위의 칸으로 두자 "인접한가"가 좌표 뺄셈 한 번이 되고 스테이지 자체가 그래프가 됐습니다. 자료구조 하나가 생성 · 연결 · 미니맵 표시를 동시에 해결했습니다.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dungeon_game_gen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막힌 맵이 나오지 않게 — 네 문에서 BFS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MapFactory.cs — SetRandomFences()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notAllowedPos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reachables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GetRandomEmptyPos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notAllowedPos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GetReachables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reachables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FENCE_SYMBOL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notAllowedPos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reachables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GetTuple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GetReachables() — 각 문에서 BFS한 결과의 교집합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UnionWith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subVisited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넓이의 17%를 장애물로 채우다 보니 몬스터가 벽에 둘러싸이거나 문에서 문으로 지나갈 수 없는 방이 생겼습니다. 조심해서 놓는 규칙을 만드는 대신, 놓고 검사한 뒤 실패하면 다시 놓기로 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dungeon_game_rea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여러 칸을 차지하는 몬스터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칸짜리 몬스터를 순서대로 잡는 것만으로는 방이 단조로웠다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Snake_Head가 List&lt;Entity&gt;로 자기 몸을 들고 있습니다. 매 턴 인접한 빈 칸으로 머리를 옮기고 각 마디를 앞 마디의 직전 위치로 밀어 넣습니다 — Map.Swap만 반복합니다.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방식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사방이 막혀 5턴 멈추면 몸 전체를 뒤집는다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잡을 수 없다 — 꼬리 끝에 비콘을 뱉으면 그것으로 클리어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BigSnake는 AddTail()을 더 부르는 것이 전부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덤으로 만난 문제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엔티티가 아직 순회하지 않은 칸으로 이동하면 같은 턴에 한 번 더 갱신됩니다. 턴 시작에 초기화하는 플래그로 막았습니다.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dungeon_game_snake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콘솔에 화면을 그리기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Interfaces/IRenderable.cs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IRenderable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Renderer.cs — Draw()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RenderBox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renderBoxs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outbuf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buf 를 훑어 outbuf 에 이어 붙인다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SetCursorPosition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WriteLine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outbuf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Console.WriteLine을 여러 번 호출하면 그 횟수만큼 화면이 깜빡입니다. 출력과 그리기를 나누고 각 박스의 여백을 "이전 박스의 여백 + 크기"로 연쇄시켜, 하드코딩된 좌표 없이 레이아웃이 정해지게 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DungeonGame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Picture 25" descr="dungeon_game_rend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793</Words>
  <Application>Microsoft Office PowerPoint</Application>
  <PresentationFormat>와이드스크린</PresentationFormat>
  <Paragraphs>123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Template</dc:title>
  <dc:subject>PptxGenJS Presentation</dc:subject>
  <dc:creator>Portfolio Template</dc:creator>
  <cp:lastModifiedBy>user</cp:lastModifiedBy>
  <cp:revision>4</cp:revision>
  <dcterms:created xsi:type="dcterms:W3CDTF">2026-09-07T07:35:22Z</dcterms:created>
  <dcterms:modified xsi:type="dcterms:W3CDTF">2026-09-08T06:53:31Z</dcterms:modified>
</cp:coreProperties>
</file>