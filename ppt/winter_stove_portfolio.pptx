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4"/>
    <p:sldId id="259" r:id="rId5"/>
    <p:sldId id="260" r:id="rId6"/>
    <p:sldId id="265" r:id="rId13"/>
    <p:sldId id="266" r:id="rId14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62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 슬라이드. 우상단에 지원 회사 로고 이미지를 넣고, 좌하단의 이름·지원 직무를 수정하세요.
이 슬라이드는 전체 포트폴리오와 개별 프로젝트 PPT 양쪽의 표지로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개요 슬라이드. 개별 프로젝트 PPT로 추출할 때 이 슬라이드가 프로젝트의 표지 역할을 합니다.
'주요 기능' 항목은 뒤따르는 상세/구현 슬라이드와 순서를 맞추면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상세 슬라이드. 기능 하나당 한 장을 권장하며, 필요한 만큼 이 슬라이드를 복제해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구현 슬라이드. 코드는 20줄 내외로 발췌하고, 폰트 크기는 10pt를 유지하는 편이 읽기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전체 포트폴리오와 개별 프로젝트 PPT 양쪽의 마지막 장으로 함께 사용됩니다.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64008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262872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로고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564892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87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DEVELOPER PORTFOLIO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788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24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기간을 구현이 아니라 기획으로 흡수하다 · Winter Stove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김용오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870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클라이언트 개발자 · 신입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870448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 Stove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미니게임 · Meta Quest · Unity · XR Interaction Toolkit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2026.06.05 – 06.21 (약 2주)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 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3인 (팀장)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16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할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세팅 · 이벤트 채널 · 주기 이벤트 · 게임 목표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8046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05256" y="359359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41648"/>
            <a:ext cx="4983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 이벤트 — 곰 · 핵 · 라디오 · 난로 · 식물 · 낮밤 · 퀘스트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채널 — ScriptableObject를 통로로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목표 — 퀘스트 · 라디오 · 시계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상호작용 — 16종 이상, 하나하나가 독립 완결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세팅 — XR 패키지 · 빌드 설정 · 팀 스터디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winter_stove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언제 끝나도 이상하지 않은 형태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컨셉만큼 크게 작용한 전제 — 기간이 2주였다는 것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 안에 "완성"에 도달하기는 어렵다고 보고, 완성해야 할 하나의 흐름이 아니라 독립적인 컨텐츠가 방 안에 쌓이는 형태로 게임을 잡았습니다. 러시아의 겨울, 난로가 있는 작은 방이 배경입니다.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전제 위의 결정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방 하나 — 넓이 대신 밀도. 멈춰도 말이 된다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손으로 만지는 재미 — 상호작용 하나하나가 독립 완결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가만히 있어도 벌어지는 일 — 주기 이벤트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실질적인 성과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시점에 손을 떼도 그때까지 만든 것이 곧 완성된 빌드였습니다. 잘라낼 것을 고르는 회의가 필요 없었습니다.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winter_stove_intera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주기 이벤트 프레임워크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CycleEvents/CycleEventData.cs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CycleEventData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ScriptableObject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elapseTimeNeed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최초 지연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termTimeNeed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반복 주기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0~1  발생 확률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CycleEvents/CycleEvent.cs — Update()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IsFirstEvent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StartTime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&gt;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elapseTimeNeed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postponeAmount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StartTime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termTimeNeed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...)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</a:t>
            </a: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일곱 사건의 공통점을 세 개의 숫자 — 발생 확률 · 최초 지연 · 반복 주기 — 로 압축했습니다. 타이머와 확률 판정이 한 곳에만 존재하므로, 밸런스 수정은 코드가 아니라 에셋의 값 세 개를 바꾸는 일이 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winter_stove_periodic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게임 목표를 방 안의 물건에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컨텐츠는 열여섯 개가 넘게 쌓였는데, 플레이어는 두세 개만 만지고 나갔다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가이드가 필요했지만 컨셉이 "아늑함"과 "힐링"이었습니다. 화면 앞에 튜토리얼 UI를 띄우는 순간 그 분위기가 깨진다고 판단해, 가이드를 UI가 아니라 인게임 요소에 담기로 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95828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05256" y="310896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57016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퀘스트 — 목표. 3초마다 갱신되어 할 일이 끊기지 않는다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라디오 — 소개. 자막으로 컨텐츠를 알려주는 방송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 — 타이머. 남은 시간을 벽시계 초침으로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09778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05256" y="501091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기능적으로는 퀘스트 시스템 · 자막 시스템 · 타이머지만, 플레이어에게는 그냥 방에 있는 것들로 보입니다.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5376672" cy="3886200"/>
          </a:xfrm>
          <a:prstGeom prst="roundRect">
            <a:avLst>
              <a:gd name="adj" fmla="val 1176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winter_stove_quest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48840"/>
            <a:ext cx="5376672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7220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914400" y="539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F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86868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이벤트 채널 — 서로를 모른 채 연결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19072"/>
            <a:ext cx="5760720" cy="3127248"/>
          </a:xfrm>
          <a:prstGeom prst="roundRect">
            <a:avLst>
              <a:gd name="adj" fmla="val 117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87552" y="1920240"/>
            <a:ext cx="52486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EventChannels/VoidEventChannel.cs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CreateAssetMenu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"VoidEventChannel"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menuName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"Scriptable Objects/EventChannel/VoidEventChannel"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VoidEventChannel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ScriptableObject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OnEventRaised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RaiseEvent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OnEventRaised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같은 형태로 Float / Int / String 채널이 있다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FloatEventChannel.cs  IntEventChannel.cs</a:t>
            </a:r>
            <a:endParaRPr lang="en-US" sz="100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StringEventChannel.cs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1719072"/>
            <a:ext cx="4736592" cy="3127248"/>
          </a:xfrm>
          <a:prstGeom prst="roundRect">
            <a:avLst>
              <a:gd name="adj" fmla="val 1462"/>
            </a:avLst>
          </a:prstGeom>
          <a:solidFill>
            <a:srgbClr val="F4F4F4"/>
          </a:solidFill>
          <a:ln w="12700">
            <a:solidFill>
              <a:srgbClr val="E3E3E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5189220"/>
            <a:ext cx="82296" cy="82296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05256" y="5102352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설명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522976"/>
            <a:ext cx="10725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ScriptableObject를 고른 이유는 그것이 최선의 기술이어서가 아니라 팀원 모두가 이미 알고 있었기 때문이고, 2주짜리 일정에서는 그 판단이 맞았습니다. 기술 선택보다 팀의 익숙함이 중요할 때가 있었습니다.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Stove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6" name="Picture 25" descr="winter_stove_channel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19072"/>
            <a:ext cx="4736592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0585" y="2487168"/>
            <a:ext cx="91440" cy="91440"/>
          </a:xfrm>
          <a:prstGeom prst="rect">
            <a:avLst/>
          </a:prstGeom>
          <a:solidFill>
            <a:srgbClr val="2F6B5F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524305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1524305" y="395020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포트폴리오를 끝까지 봐주셔서 감사합니다.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24305" y="57607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gmumdev@gmail.com   ·   github.com/GmumDev   ·   gmumdev.github.io/portfolio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534</Words>
  <Application>Microsoft Office PowerPoint</Application>
  <PresentationFormat>와이드스크린</PresentationFormat>
  <Paragraphs>116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Template</dc:title>
  <dc:subject>PptxGenJS Presentation</dc:subject>
  <dc:creator>Portfolio Template</dc:creator>
  <cp:lastModifiedBy>user</cp:lastModifiedBy>
  <cp:revision>2</cp:revision>
  <dcterms:created xsi:type="dcterms:W3CDTF">2026-09-07T07:35:22Z</dcterms:created>
  <dcterms:modified xsi:type="dcterms:W3CDTF">2026-09-07T07:39:00Z</dcterms:modified>
</cp:coreProperties>
</file>