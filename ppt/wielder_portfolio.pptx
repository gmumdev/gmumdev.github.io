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4"/>
    <p:sldId id="259" r:id="rId5"/>
    <p:sldId id="260" r:id="rId6"/>
    <p:sldId id="265" r:id="rId13"/>
    <p:sldId id="266" r:id="rId14"/>
    <p:sldId id="267" r:id="rId15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8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62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우상단에 지원 회사 로고 이미지를 넣고, 좌하단의 이름·지원 직무를 수정하세요.
이 슬라이드는 전체 포트폴리오와 개별 프로젝트 PPT 양쪽의 표지로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개요 슬라이드. 개별 프로젝트 PPT로 추출할 때 이 슬라이드가 프로젝트의 표지 역할을 합니다.
'주요 기능' 항목은 뒤따르는 상세/구현 슬라이드와 순서를 맞추면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 슬라이드. 기능 하나당 한 장을 권장하며, 필요한 만큼 이 슬라이드를 복제해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구현 슬라이드. 코드는 20줄 내외로 발췌하고, 폰트 크기는 10pt를 유지하는 편이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전체 포트폴리오와 개별 프로젝트 PPT 양쪽의 마지막 장으로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규칙을 사람이 아니라 리포지토리에 걸다 · Wielder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Wielder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4인 협동 보스런 · Unity 6 · Photon Fusion 2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 – 2026.09 (약 2개월 반)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4인 (팀장)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가드레일 전반 · 네트워크 · 무기 · 잡몹 · 보스 1종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가드레일 — 컴파일 · 커밋 · PR 세 층의 검사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네트워킹 — Fusion 2 Hosted, 최대 4인, 권한 헬퍼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— 무기 · 궁극기 · 체인과 풀체인 협동 공격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잡몹 — GameObject 경로와 ECS 경로 두 갈래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— GreatMushroom 보스전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wielder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시작 전에 본 리스크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전원이 Fusion 2가 처음이고, 팀원마다 쓰는 AI가 달랐다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코드는 틀렸을 때 조용히 틀립니다. AI는 작업 속도를 올려 주지만 그만큼 잘못된 방향으로도 빨리 갑니다. 코드를 쓰기 전에 경계를 도구로 세우는 것이 제 역할이었습니다.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세운 것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모듈을 asmdef로 분리하고 의존 방향을 단방향 DAG로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asmdef가 못 잡는 규칙은 파이썬 정적 검사로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모듈마다 CLAUDE.md — AI가 자기 폴더만 수정하도록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전략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어떤 AI로 코드를 쓰든, 커밋과 PR을 통과하지 못하면 들어올 수 없게 만드는 것이었습니다.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wielder_guardrail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규칙을 도구가 지키게 — 세 층의 검사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BuildTools/CI/check_code_rules.py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"""소스 레벨 가드레일 정적 검사.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규칙 (error =&gt; CI 실패, warning =&gt; 보고만):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[RNG]      비결정론 RNG/시간 사용 (sim 모듈)        error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[AUTH]     서버 권한 가드 없는 [Networked] 상태 변경 error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[SSOT-DUP] Core 공개 심볼을 다른 모듈에서 재선언     error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[USING]    DAG가 허용하지 않는 using Game.* 참조     error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[CORE-MB]  Core에 MonoBehaviour 선언                error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억제: 위반 라인 또는 바로 윗줄에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guardrail:allow &lt;RULE&gt;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ALLOWED_USING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"Core"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"Networking"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"Core"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"Combat"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"Core"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"Networking"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...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훅은 우회할 수 있지만 CI는 우회할 수 없습니다. 정당한 예외는 지우는 것이 아니라 위반 줄에 억제 주석으로 남겨, 리뷰에서 사유를 확인하는 대상이 되게 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wielder_layer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잡몹을 두 갈래로 나눈 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"잡몹"이지만 네트워크 비용 구조가 전혀 다르다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기획에는 몇 마리에서 십여 마리가 붙어 싸우는 잡몹과, 수천 마리가 몰려나오는 잡몹이 있었습니다. 어느 한쪽에 맞추면 다른 쪽이 손해를 보는 구조라, 처음부터 별개의 시스템으로 갔습니다.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경로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 — 개체마다 NetworkBehaviour, [Networked] FSM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— 개체를 아예 동기화하지 않는 ECS 경로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애니메이션은 본 대신 VAT(정점 애니메이션 텍스처)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바깥에서 보면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IDamageable을 구현한 적일 뿐이라, 때리는 쪽 코드는 어느 경로인지 알 필요가 없습니다.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wielder_ecs_s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ECS 경로 — 복제되는 것은 숫자뿐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Minions/Runtime/Authoring/ZoneAttackManager.cs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피격된 셀을 전 피어에 알린다. 각 피어는 자기 로컬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플레이어가 때린 셀만 자기 ECS 월드에 반영한다 —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피어마다 미니언 배치가 다르므로, 남이 때린 셀을 내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월드에서 죽이면 엉뚱한 미니언이 사라진다.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RpcSources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StateAuthority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RpcTargets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RPC_KillCells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localPlayerId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LocalPlayer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&amp;&amp;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!=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localPlayerId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_pendingAttackMinions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배치가 피어마다 다르면 "저 잡몹"을 가리킬 방법이 없습니다. 그래서 개체를 가리키는 통신을 아예 두지 않고, 플레이어가 겪는 결과 — 누가 얼마나 맞았고 몇 마리를 잡았는지 — 만 맞췄습니다.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wielder_ecs_sync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평가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2개월 반, 1,800여 개의 커밋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전원이 처음 쓰는 네트워크 프레임워크 위에서, 서로 다른 AI로 출발해, 4인이 두 달 반 동안 49,000줄을 쌓고도 후반을 개발과 출시 준비(STOVE SDK 연동)에 나눠 쓸 수 있었습니다.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점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검사받지 않는 문서는 낡는다 — 훅이 검사한 문서만 끝까지 맞았다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게임은 레이어를 먼저 나누고 시작해야 한다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콘텐츠는 권한이 여전히 클라이언트에 남아 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잡몹에 대해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동기화를 처음부터 포기한 선택이었습니다. 포기할 문제가 아니라 아키타입을 그에 맞게 설계할 문제였습니다.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wielder_se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   ·   github.com/GmumDev   ·   gmumdev.github.io/portfolio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Office PowerPoint</Application>
  <PresentationFormat>와이드스크린</PresentationFormat>
  <Paragraphs>116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Template</dc:title>
  <dc:subject>PptxGenJS Presentation</dc:subject>
  <dc:creator>Portfolio Template</dc:creator>
  <cp:lastModifiedBy>user</cp:lastModifiedBy>
  <cp:revision>2</cp:revision>
  <dcterms:created xsi:type="dcterms:W3CDTF">2026-09-07T07:35:22Z</dcterms:created>
  <dcterms:modified xsi:type="dcterms:W3CDTF">2026-09-07T07:39:00Z</dcterms:modified>
</cp:coreProperties>
</file>