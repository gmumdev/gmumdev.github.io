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3" r:id="rId14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84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  <Relationship Id="rId14" Type="http://schemas.openxmlformats.org/officeDocument/2006/relationships/slide" Target="slides/slide8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048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포트폴리오의 표지. 지원 회사 로고를 우상단에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게임 흐름은 Title → Init(비동기 로딩) → World ⇄ Dungeon으로 순환합니다.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이력서 슬라이드. 좌측 상자에 증명사진을 채우고, 4개 버튼에는 각각 유튜브·홈페이지·블로그·깃허브 등 외부 링크를 연결하세요.
버튼 링크 수정: 텍스트 우클릭 → 링크 편집. 항목 이름은 자유롭게 바꿔도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exampl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64008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62872" y="640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로고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2564892"/>
            <a:ext cx="91440" cy="91440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DEVELOPER PORTFOLIO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788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2452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자유롭게, 뼈대는 탄탄하게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440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김용오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870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클라이언트 개발자 · 신입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5870448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2026. 09.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RPG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싱글 플레이 RPG · Unity 6.3 · C#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 간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 – 2026.05 (1개월)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328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 원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532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1명 (개인 프로젝트)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169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 할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16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· 구조 설계 · 클라이언트 전체 구현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680460"/>
            <a:ext cx="82296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59359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41648"/>
            <a:ext cx="4983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 — 노드 기반 분기와 이벤트 트리거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퀘스트 — 다중 조건 · 다중 보상 사이클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 — 캐릭터 교체, 태그 스킬, 보스 패턴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· 인벤토리 — 스탯 테이블, 드롭, 스택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· 상호작용 — 비동기 씬 로드, 타임라인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0760" y="3817620"/>
            <a:ext cx="5376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이미지</a:t>
            </a:r>
            <a:endParaRPr lang="en-US" sz="11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(인게임 플레이 화면 / 타이틀 컷)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전투와 상태 관리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시스템이 얽혀도 유지보수가 가능한 구조를 목표로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Player가 Orchestrator 역할을 맡는 계층적 FSM 구조입니다. 데이터와 로직을 분리해 SRP를 지키고, UI는 별도 FSM이 Player의 State 전환을 따라가도록 연결했습니다.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방식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파티 구성과 캐릭터 교체, 캐릭터별 스킬 분리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보스는 가중치 기반으로 패턴을 선택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진입 시 UIFSM이 화면 구성을 전환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· Watching · Battle 세 성격의 UI를 한 흐름으로 묶었고, 계획에 없던 JobSystem을 보스 렌더링에 적용했습니다.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80760" y="3817620"/>
            <a:ext cx="5376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시연 이미지</a:t>
            </a:r>
            <a:endParaRPr lang="en-US" sz="11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(전투 화면 / 캐릭터 교체 GIF)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상태 전환 — 커스텀 FSM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5760720" cy="3127248"/>
          </a:xfrm>
          <a:prstGeom prst="roundRect">
            <a:avLst>
              <a:gd name="adj" fmla="val 1170"/>
            </a:avLst>
          </a:prstGeom>
          <a:solidFill>
            <a:srgbClr val="2323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1920240"/>
            <a:ext cx="52486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50"/>
              </a:lnSpc>
            </a:pPr>
            <a:r>
              <a:rPr lang="en-US" sz="1000" dirty="0" smtClean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here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1719072"/>
            <a:ext cx="4736592" cy="3127248"/>
          </a:xfrm>
          <a:prstGeom prst="roundRect">
            <a:avLst>
              <a:gd name="adj" fmla="val 1462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3008376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구조도</a:t>
            </a:r>
            <a:endParaRPr lang="en-US" sz="11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(Player 계층 FSM · Animator Tag 전환)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51892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5102352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설명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522976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StateMachineBehaviour는 Animator Transition의 Blend 구간에서 OnExit보다 OnEnter가 먼저 불릴 수 있어 상태 무결성을 보장하지 못했습니다. 커스텀 FSM으로 옮기며 전환을 즉시 · 대기 두 갈래로 정리했고, 대기는 폴링 대신 요청 시 구독하고 감지 즉시 해지해 부담을 줄였습니다.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00" y="14297333"/>
            <a:ext cx="16433800" cy="912464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903" y="1728216"/>
            <a:ext cx="5616097" cy="3118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시나리오 · 퀘스트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컨텐츠를 코드 수정 없이 늘릴 수 있는 데이터 구조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단방향 LinkedList 형태의 노드 기반 시나리오가 선택지 분기와 이벤트를 처리하고, 퀘스트 시작 · 완료와 지역 해금을 트리거합니다. 데이터는 에셋으로 분리해 Addressables로 로드합니다.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방식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직렬화 데이터(SO)와 런타임 Context를 분리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퀘스트는 다중 조건 · 다중 보상으로 구성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Service가 추상 Handler를 참조해 로직 위임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조건이 필요하면 IConditionChecker 구현체만 추가하면 되어, 기존 코드를 열지 않고 컨텐츠를 확장할 수 있습니다.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80760" y="3817620"/>
            <a:ext cx="5376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시연 이미지</a:t>
            </a:r>
            <a:endParaRPr lang="en-US" sz="11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(시나리오 분기 · 퀘스트 UI)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의존성 분리 — EventBus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5760720" cy="3127248"/>
          </a:xfrm>
          <a:prstGeom prst="roundRect">
            <a:avLst>
              <a:gd name="adj" fmla="val 1170"/>
            </a:avLst>
          </a:prstGeom>
          <a:solidFill>
            <a:srgbClr val="2323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1920240"/>
            <a:ext cx="52486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이벤트를 대리자가 아닌 '클래스'로 발행한다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class EventBus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SubscriptionToken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Subscribe&lt;T&gt;(Action&lt;T&gt; listener)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Handler&lt;T&gt;.Actions += listener;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new SubscriptionToken(listener);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Unsubscribe(SubscriptionToken t) { }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Publish&lt;T&gt;(T e) { }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발행자는 구독자를 전혀 알지 못한다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EventBus.Publish(new EnemyKilledEvent(this, drop));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1719072"/>
            <a:ext cx="4736592" cy="3127248"/>
          </a:xfrm>
          <a:prstGeom prst="roundRect">
            <a:avLst>
              <a:gd name="adj" fmla="val 1462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3008376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구조도</a:t>
            </a:r>
            <a:endParaRPr lang="en-US" sz="11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(Enemy.Die 이후 이벤트 전파 흐름)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51892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5102352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설명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522976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Enemy.Die() 하나에 UI 갱신 · 아이템 드롭 · 퀘스트 진행도 · 파티클 풀링이 따라붙어 의존이 급격히 늘었습니다. event Action은 대리자 접근 자체가 의존이었기에, 이벤트를 클래스로 감싼 static EventBus로 옮겼습니다. 구독 시 받은 토큰으로 해지하므로 람다 리스너도 안전하게 정리됩니다.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50585" y="2487168"/>
            <a:ext cx="91440" cy="91440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24305" y="2788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524305" y="39502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포트폴리오를 끝까지 봐주셔서 감사합니다.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24305" y="576072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gmumdev@gmail.com   ·   github.com/GmumDev   ·   gmumdev.github.io/portfolio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25121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김용오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2512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클라이언트 개발자 · 신입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2286000" cy="3044952"/>
          </a:xfrm>
          <a:prstGeom prst="roundRect">
            <a:avLst>
              <a:gd name="adj" fmla="val 2000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2141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증명사진</a:t>
            </a:r>
            <a:endParaRPr lang="en-US" sz="11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: 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5193792"/>
            <a:ext cx="1097280" cy="402336"/>
          </a:xfrm>
          <a:prstGeom prst="roundRect">
            <a:avLst>
              <a:gd name="adj" fmla="val 56818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7">
            <a:hlinkClick r:id="rId3" tooltip="YouTube"/>
          </p:cNvPr>
          <p:cNvSpPr txBox="1"/>
          <p:nvPr/>
        </p:nvSpPr>
        <p:spPr>
          <a:xfrm>
            <a:off x="731520" y="51937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YouTub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YouTube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20240" y="5193792"/>
            <a:ext cx="1097280" cy="402336"/>
          </a:xfrm>
          <a:prstGeom prst="roundRect">
            <a:avLst>
              <a:gd name="adj" fmla="val 56818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1" name="Text 9">
            <a:hlinkClick r:id="rId3" tooltip="Website"/>
          </p:cNvPr>
          <p:cNvSpPr txBox="1"/>
          <p:nvPr/>
        </p:nvSpPr>
        <p:spPr>
          <a:xfrm>
            <a:off x="1920240" y="51937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Websit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Website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5687568"/>
            <a:ext cx="1097280" cy="402336"/>
          </a:xfrm>
          <a:prstGeom prst="roundRect">
            <a:avLst>
              <a:gd name="adj" fmla="val 56818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3" name="Text 11">
            <a:hlinkClick r:id="rId3" tooltip="Blog"/>
          </p:cNvPr>
          <p:cNvSpPr txBox="1"/>
          <p:nvPr/>
        </p:nvSpPr>
        <p:spPr>
          <a:xfrm>
            <a:off x="731520" y="56875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Blog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Blog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20240" y="5687568"/>
            <a:ext cx="1097280" cy="402336"/>
          </a:xfrm>
          <a:prstGeom prst="roundRect">
            <a:avLst>
              <a:gd name="adj" fmla="val 56818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5" name="Text 13">
            <a:hlinkClick r:id="rId3" tooltip="GitHub"/>
          </p:cNvPr>
          <p:cNvSpPr txBox="1"/>
          <p:nvPr/>
        </p:nvSpPr>
        <p:spPr>
          <a:xfrm>
            <a:off x="1920240" y="56875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GitHub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GitHub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0" y="2034540"/>
            <a:ext cx="66445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831336" y="1947672"/>
            <a:ext cx="28497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정보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395728"/>
            <a:ext cx="812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생년월일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63441" y="2395728"/>
            <a:ext cx="1787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YYYY. MM. DD.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2761488"/>
            <a:ext cx="812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락 처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1" y="2761488"/>
            <a:ext cx="1787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010-0000-0000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127248"/>
            <a:ext cx="812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메 일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663441" y="3127248"/>
            <a:ext cx="1787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gmumdev@gmail.com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3493008"/>
            <a:ext cx="812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   소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63441" y="3493008"/>
            <a:ext cx="1787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도시 / 구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57601" y="4137660"/>
            <a:ext cx="62068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831337" y="4050792"/>
            <a:ext cx="2662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학력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498848"/>
            <a:ext cx="27930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학교명 · 전공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657600" y="4736592"/>
            <a:ext cx="27930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YYYY.MM – YYYY.MM · 졸업 / 재학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657600" y="5138928"/>
            <a:ext cx="27930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과정 · 부트캠프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3657600" y="5376672"/>
            <a:ext cx="27930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YYYY.MM – YYYY.MM · 수료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54112" y="2034540"/>
            <a:ext cx="82296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927848" y="194767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경력 · 활동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754112" y="239572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/ 팀 이름 — 직무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754112" y="26334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YYYY.MM – YYYY.MM · 담당 업무 한 줄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754112" y="30358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/ 팀 이름 — 직무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754112" y="32735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YYYY.MM – YYYY.MM · 담당 업무 한 줄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754112" y="36758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 활동 / 수상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7754112" y="39136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YYYY.MM · 내용 한 줄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754112" y="45034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927848" y="441655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· 자격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7754112" y="4864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 · 언어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759952" y="4864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· C# · ...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7754112" y="5230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  구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59952" y="52303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Jira · ...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7754112" y="5596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  격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759952" y="55961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자격증 / 어학 점수</a:t>
            </a:r>
            <a:endParaRPr lang="en-US" sz="125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570</Words>
  <Application>Microsoft Office PowerPoint</Application>
  <PresentationFormat>와이드스크린</PresentationFormat>
  <Paragraphs>99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RPG — 포트폴리오</dc:title>
  <dc:subject>PptxGenJS Presentation</dc:subject>
  <dc:creator>김용오</dc:creator>
  <cp:lastModifiedBy>user</cp:lastModifiedBy>
  <cp:revision>3</cp:revision>
  <dcterms:created xsi:type="dcterms:W3CDTF">2026-09-07T07:43:29Z</dcterms:created>
  <dcterms:modified xsi:type="dcterms:W3CDTF">2026-09-08T00:18:08Z</dcterms:modified>
</cp:coreProperties>
</file>