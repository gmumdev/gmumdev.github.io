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3" r:id="rId4"/>
    <p:sldId id="264" r:id="rId5"/>
    <p:sldId id="258" r:id="rId6"/>
    <p:sldId id="259" r:id="rId7"/>
    <p:sldId id="260" r:id="rId8"/>
    <p:sldId id="261" r:id="rId9"/>
    <p:sldId id="267" r:id="rId10"/>
    <p:sldId id="265" r:id="rId11"/>
    <p:sldId id="266" r:id="rId12"/>
    <p:sldId id="262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048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개별 프로젝트 PPT의 표지. 지원 회사 로고를 우상단에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게임 흐름은 Title → Init(비동기 로딩) → World ⇄ Dungeon으로 순환합니다.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64008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262872" y="640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로고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2564892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DEVELOPER PORTFOLIO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788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2452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자유롭게, 뼈대는 탄탄하게 · Simple RPG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440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김용오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870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클라이언트 개발자 · 신입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5870448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2026. 09.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RPG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싱글 플레이 RPG · Unity 6.3 · C#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 간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 – 2026.05 (1개월)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328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 원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532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1명 (개인 프로젝트)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169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 할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16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· 구조 설계 · 클라이언트 전체 구현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68046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05256" y="359359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041648"/>
            <a:ext cx="4983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 — 노드 기반 분기와 이벤트 트리거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퀘스트 — 다중 조건 · 다중 보상 사이클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전투 — 캐릭터 교체, 태그 스킬, 보스 패턴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· 인벤토리 — 스탯 테이블, 드롭, 스택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· 상호작용 — 비동기 씬 로드, 타임라인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RPG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6" name="Picture 25" descr="simple_rpg_over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 의도와 게임 흐름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RPG였는가 — 확장 가능한 구조를 만들어 보기 위해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많은 요소가 유기적으로 연결되면서도 유지보수가 가능한 구조를 만들고 싶어 RPG를 택했습니다. 시스템이 늘어날 때마다 구조의 한계가 드러났고, 그 지점을 푸는 과정이 프로젝트의 핵심이 됐습니다.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의도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장르 확장성 — RPG의 메인 피처는 다른 장르에도 응용 가능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결합의 문제 경험 — 기능을 결합할 때 생기는 문제를 직접 겪기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설계 능력 — 프로젝트 구조 설계 능력 끌어올리기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흐름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→ Init(비동기 인게임 · 세이브 데이터 로딩) → World ⇄ Dungeon 으로 순환하는 완결된 사이클을 만들었습니다.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RPG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6" name="Picture 25" descr="simple_rpg_flow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성장 · 인벤토리 · 상호작용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 사이클을 채우는 주변 시스템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레벨별 스탯 테이블로 최대 체력 · 최대 경험치 · 공격력 · 방어력을 적용합니다. 몬스터 처치 시 아이템은 즉시 획득되고, 경험치는 플레이어가 근접하면 약한 인력이 작용해 끌려옵니다.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방식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인벤토리 — 드래그로 위치 교체 · 버리기, 최대 64개 스택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상호작용 — NPC 시나리오 재생, 시야 오브, 채집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— 포탈(트리거) · 게이트(NPC)로 비동기 씬 로드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World와 Dungeon을 오가는 플레이 사이클이 끊기지 않게 이어졌고, 맵을 둘러보는 연출은 타임라인으로 분리했습니다.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RPG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 descr="simple_rpg_intera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전투와 상태 관리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시스템이 얽혀도 유지보수가 가능한 구조를 목표로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Player가 Orchestrator 역할을 맡는 계층적 FSM 구조입니다. 데이터와 로직을 분리해 SRP를 지키고, UI는 별도 FSM이 Player의 State 전환을 따라가도록 연결했습니다.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방식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파티 구성과 캐릭터 교체, 캐릭터별 스킬 분리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보스는 가중치 기반으로 패턴을 선택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진입 시 UIFSM이 화면 구성을 전환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· Watching · Battle 세 성격의 UI를 한 흐름으로 묶었고, 계획에 없던 JobSystem을 보스 렌더링에 적용했습니다.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RPG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6" name="Picture 25" descr="simple_rpg_batt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상태 전환 — 커스텀 FSM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5760720" cy="3127248"/>
          </a:xfrm>
          <a:prstGeom prst="roundRect">
            <a:avLst>
              <a:gd name="adj" fmla="val 1170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87552" y="1920240"/>
            <a:ext cx="52486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50"/>
              </a:lnSpc>
            </a:pPr>
            <a:r>
              <a:rPr lang="en-US" sz="1000" dirty="0" smtClean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PlayerStateMachine.cs</a:t>
            </a:r>
            <a:endParaRPr lang="en-US" sz="1000" dirty="0"/>
          </a:p>
          <a:p>
            <a:pPr>
              <a:lnSpc>
                <a:spcPts val="1450"/>
              </a:lnSpc>
            </a:pPr>
            <a:r>
              <a:rPr lang="en-US" sz="1000" dirty="0" smtClean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waitForAnimState는 특별한 State</a:t>
            </a:r>
            <a:endParaRPr lang="en-US" sz="1000" dirty="0"/>
          </a:p>
          <a:p>
            <a:pPr>
              <a:lnSpc>
                <a:spcPts val="1450"/>
              </a:lnSpc>
            </a:pPr>
            <a:r>
              <a:rPr lang="en-US" sz="1000" dirty="0" smtClean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아무 것도 안하는데 현재 재생중인 animation만 추적한다.</a:t>
            </a:r>
            <a:endParaRPr lang="en-US" sz="1000" dirty="0"/>
          </a:p>
          <a:p>
            <a:pPr>
              <a:lnSpc>
                <a:spcPts val="1450"/>
              </a:lnSpc>
            </a:pPr>
            <a:r>
              <a:rPr lang="en-US" sz="1000" dirty="0" smtClean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 smtClean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 smtClean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WaitForAnim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 smtClean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 smtClean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fromTag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 smtClean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 smtClean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toTag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>
              <a:lnSpc>
                <a:spcPts val="1450"/>
              </a:lnSpc>
            </a:pP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r>
              <a:rPr lang="en-US" sz="1000" dirty="0" smtClean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PlayerState_Base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 smtClean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nextState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>
              <a:lnSpc>
                <a:spcPts val="1450"/>
              </a:lnSpc>
            </a:pP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>
              <a:lnSpc>
                <a:spcPts val="1450"/>
              </a:lnSpc>
            </a:pP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 smtClean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ChangeState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 smtClean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waitForAnimState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>
              <a:lnSpc>
                <a:spcPts val="1450"/>
              </a:lnSpc>
            </a:pP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 smtClean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EventBus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 smtClean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Unsubscribe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 smtClean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fsmChangeToken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>
              <a:lnSpc>
                <a:spcPts val="1450"/>
              </a:lnSpc>
            </a:pP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 smtClean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fsmChangeToken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 smtClean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EventBus</a:t>
            </a:r>
            <a:endParaRPr lang="en-US" sz="1000" dirty="0"/>
          </a:p>
          <a:p>
            <a:pPr>
              <a:lnSpc>
                <a:spcPts val="1450"/>
              </a:lnSpc>
            </a:pP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</a:t>
            </a:r>
            <a:r>
              <a:rPr lang="en-US" sz="1000" dirty="0" smtClean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00" dirty="0" smtClean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PlayerStateChangeRequestedEvent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endParaRPr lang="en-US" sz="1000" dirty="0"/>
          </a:p>
          <a:p>
            <a:pPr>
              <a:lnSpc>
                <a:spcPts val="1450"/>
              </a:lnSpc>
            </a:pP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 smtClean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OnFSMChangeRequested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>
              <a:lnSpc>
                <a:spcPts val="1450"/>
              </a:lnSpc>
            </a:pP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 smtClean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 smtClean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fromTag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 smtClean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fromTag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>
              <a:lnSpc>
                <a:spcPts val="1450"/>
              </a:lnSpc>
            </a:pP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 smtClean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 smtClean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toTag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 smtClean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toTag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>
              <a:lnSpc>
                <a:spcPts val="1450"/>
              </a:lnSpc>
            </a:pP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 smtClean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 smtClean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nextState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 smtClean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nextState</a:t>
            </a: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>
              <a:lnSpc>
                <a:spcPts val="1450"/>
              </a:lnSpc>
            </a:pPr>
            <a:r>
              <a:rPr lang="en-US" sz="1000" dirty="0" smtClean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1719072"/>
            <a:ext cx="4736592" cy="3127248"/>
          </a:xfrm>
          <a:prstGeom prst="roundRect">
            <a:avLst>
              <a:gd name="adj" fmla="val 1462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" y="518922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05256" y="5102352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설명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522976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StateMachineBehaviour는 Animator Transition의 Blend 구간에서 OnExit보다 OnEnter가 먼저 불릴 수 있어 상태 무결성을 보장하지 못했습니다. 커스텀 FSM으로 옮기며 전환을 즉시 · 대기 두 갈래로 정리했고, 대기는 폴링 대신 요청 시 구독하고 감지 즉시 해지해 부담을 줄였습니다.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RPG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6" name="Picture 25" descr="SmplRPG_Player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19072"/>
            <a:ext cx="4736592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시나리오 · 퀘스트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컨텐츠를 코드 수정 없이 늘릴 수 있는 데이터 구조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단방향 LinkedList 형태의 노드 기반 시나리오가 선택지 분기와 이벤트를 처리하고, 퀘스트 시작 · 완료와 지역 해금을 트리거합니다. 데이터는 에셋으로 분리해 Addressables로 로드합니다.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방식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직렬화 데이터(SO)와 런타임 Context를 분리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퀘스트는 다중 조건 · 다중 보상으로 구성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Service가 추상 Handler를 참조해 로직 위임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조건이 필요하면 IConditionChecker 구현체만 추가하면 되어, 기존 코드를 열지 않고 컨텐츠를 확장할 수 있습니다.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RPG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6" name="Picture 25" descr="simple_rpg_quest_u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의존성 분리 — EventBus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5760720" cy="3127248"/>
          </a:xfrm>
          <a:prstGeom prst="roundRect">
            <a:avLst>
              <a:gd name="adj" fmla="val 1170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87552" y="1920240"/>
            <a:ext cx="52486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EventBus.cs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EventBus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Dictionary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Dictionary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&gt;&gt;();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SubscriptionToken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wrapper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ContainsKey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+=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wrapper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SubscriptionToken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wrapper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1719072"/>
            <a:ext cx="4736592" cy="3127248"/>
          </a:xfrm>
          <a:prstGeom prst="roundRect">
            <a:avLst>
              <a:gd name="adj" fmla="val 1462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" y="518922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05256" y="5102352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설명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522976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Enemy.Die() 하나에 UI 갱신 · 아이템 드롭 · 퀘스트 진행도 · 파티클 풀링이 따라붙어 의존이 급격히 늘었습니다. event Action은 대리자 접근 자체가 의존이었기에, 이벤트를 클래스로 감싼 static EventBus로 옮겼습니다. 구독 시 받은 토큰으로 해지하므로 람다 리스너도 안전하게 정리됩니다.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RPG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26" name="Picture 25" descr="simple_rpg_eventbus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719072"/>
            <a:ext cx="4736592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확장을 위한 클래스 구조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5760720" cy="3127248"/>
          </a:xfrm>
          <a:prstGeom prst="roundRect">
            <a:avLst>
              <a:gd name="adj" fmla="val 1170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87552" y="1920240"/>
            <a:ext cx="52486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Interfaces/IConditionChecker.cs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IConditionChecker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IQuestManager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QuestConditionContext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conditionCtx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QuestConditionProgress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conditionProgress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Domain/Quest/Handler/Condition/KillConditionChecker.cs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KillConditionChecker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IConditionChecker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IConditionChecker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IQuestManager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QuestConditionContext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conditionCtx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QuestConditionProgress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progressCtx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=&gt;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progressCtx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curAmount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progressCtx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goalAmount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1719072"/>
            <a:ext cx="4736592" cy="3127248"/>
          </a:xfrm>
          <a:prstGeom prst="roundRect">
            <a:avLst>
              <a:gd name="adj" fmla="val 1462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" y="518922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05256" y="5102352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설명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522976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시나리오는 직렬화 데이터(ScriptableObject)와 런타임 Context를 분리하고 IScenarioManager · IScenarioContextRunner · IScenarioNodeHandler로 인터페이스를 쪼갰습니다. 퀘스트는 Service가 추상 Handler만 참조하므로, 새 조건이 필요하면 구현체 하나만 추가하면 됩니다.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RPG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6" name="Picture 25" descr="simple_rpg_class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719072"/>
            <a:ext cx="4736592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활용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어디까지 맡겼고, 어디서 잘못 썼는가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Gemini와 Claude Code CLI + Unity MCP를 사용했습니다. 전체 코드 작성을 맡긴 것은 커스텀 에디터 윈도우, Addressables 로드 · 세이브, 인벤토리 드래그 세 곳뿐입니다.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주로 쓴 방식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짓기 · 아키텍처 토론 · 컨텍스트를 준 코드 리뷰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GIGO — 기획 문서까지 함께 줬을 때 결과가 가장 좋았습니다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예외 삼킴, SRP Batcher 등 원인 파악에 활용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배운 점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확장성을 고려해 설계한 Quest · Scenario가, 하드코딩된 커스텀 에디터에 의존하며 확장성을 함께 잃었습니다.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RPG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6" name="Picture 25" descr="simple_rpg_ai_prompt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 평가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1개월에 비해 높은 목표 — 달성한 것과 남은 것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아이템 사용 · 사운드 · 아이템 제작 계열은 우선순위에서 밀려 구현하지 못했고, 대신 기존 피처의 테스트와 리팩토링에 집중했습니다. 무기 스왑은 캐릭터 스왑으로 목표를 바꿨습니다.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과제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NPC가 QuestGiver가 되어버린 NPC 구조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ScenarioManager가 UI까지 함께 담당 — 관심사 미분리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Enemy는 여전히 StateMachineBehaviour 기반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총평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계획에 없던 JobSystem을 보스 렌더링에 적용했고, 무엇보다 완성된 사이클로 게임이 돌아갑니다.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RPG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6" name="Picture 25" descr="simple_rpg_re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50585" y="2487168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524305" y="2788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524305" y="39502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포트폴리오를 끝까지 봐주셔서 감사합니다.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24305" y="576072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gmumdev@gmail.com   ·   github.com/GmumDev   ·   gmumdev.github.io/portfolio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1099</Words>
  <Application>Microsoft Office PowerPoint</Application>
  <PresentationFormat>와이드스크린</PresentationFormat>
  <Paragraphs>172</Paragraphs>
  <Slides>12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RPG — 포트폴리오</dc:title>
  <dc:subject>PptxGenJS Presentation</dc:subject>
  <dc:creator>김용오</dc:creator>
  <cp:lastModifiedBy>user</cp:lastModifiedBy>
  <cp:revision>5</cp:revision>
  <dcterms:created xsi:type="dcterms:W3CDTF">2026-09-07T07:43:29Z</dcterms:created>
  <dcterms:modified xsi:type="dcterms:W3CDTF">2026-09-08T05:16:54Z</dcterms:modified>
</cp:coreProperties>
</file>